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F8EE-C79F-8DE5-1D6C-AA7895362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E18B9-35E8-C028-22BC-216A2626E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96676-336B-94E3-4D9C-747B33E8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4649A-C394-2C3A-E2A6-27E242C3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50C3F-BA44-01D2-6CD7-DA8C9A82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17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6578-2389-28BE-B482-9E956CDD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8A1A-6D43-5B75-E42B-0052D35D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9D3BB-F397-234A-D5EB-2531E7B66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59A9-0DD0-B43E-9E89-96A3FB5E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5030-824B-8058-868C-3F135676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79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4686-8823-1D7F-4E3F-157CF6A5A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499CA-3D02-3D10-8DE4-904252647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7744A-E2A8-7055-E454-95B56EFC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BE691-1796-5A1E-6741-13541B44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0262-7E18-20A9-7A3A-6052C070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70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F775-821D-9AE0-DEA2-15D142E4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98A8-038E-E538-887E-FFCEBABF6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3E053-2794-6731-261B-29D4E0AB5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57C99-F6D6-137A-8362-87DB876E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C89FD-98D3-21A8-6A2D-66B2C402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BE01-FB8B-50E1-5D9B-6C250E05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0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947C-5DCB-5CDC-62CF-A7ABB244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4F6FA-2BBB-79B9-A343-C6711C2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20235-35D1-C9D0-AC2A-ED167ED9D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45FAF-1E4E-98A0-98B0-F7C51C72C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8FB0A-E95A-2F97-9302-1F6AAABC6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9C695-1E9D-0182-CF17-5E2945BA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C98E-1227-FB35-BF38-3D4F519B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E9C43-D33C-4166-699E-B0C8ADEE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42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4B0B-AEF1-3179-F714-5E44D835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3DDF2-59F7-A785-E522-1B7F3DE7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1961C-8F24-7DB5-24CB-14E90D9A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B2B01-6602-A364-7EE3-4508786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05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7160B-AFAA-28A8-6861-E3874E67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5A38E-83E9-4114-5EA8-89A4E015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F6185-59B6-BBD5-9492-6902A598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83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C55-36DA-C320-84DB-46A2521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5E924-1483-B582-F4E6-12E20ECF7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28BDA-9E7A-12E4-B5E6-EF818E404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980DE-E09A-147F-E69D-13EEF5D3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1E914-A2C9-551B-4F93-41CE80F3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AE369-1143-F103-F141-C916DE90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4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912D-8CF4-16F9-990F-D94FD51B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96CFC-CF04-67F3-6996-82D41A5D9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BAE9D-7091-A0BD-8AF3-30251B5D0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70C11-3242-2AC3-DDFA-2A7A623A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E4C52-8228-86C7-5427-EB134B1C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FD06C-6EB8-3F19-07C1-AA7D6AE7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3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6180-CFDC-92D8-AECC-E960C480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16B1F-EA95-6C5F-D1BA-C04667F83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88FB-FD91-47C6-22C5-5DA95705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123CD-B5B0-B313-E61F-5AC9CA2F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5C98-3641-A4FE-0ECC-E5B2C902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4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91450-A039-BDFE-7156-84BCB5AA8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07D99-F0A9-6CB6-EB78-DFAC941D1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64D8-C57A-A6A6-6A6A-840DD303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8D57-B229-4F5B-CABF-45758CE4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6E44-7D50-6E8A-B0B7-C9697E70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3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4822C-4DEC-E8C5-EA3C-F97C78EC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3440F-0EE2-14C4-CC88-5E62B763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4866F-6BDB-2919-FD80-8DB8B4133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073E4-3D0F-4C7C-BE40-0B1F89986F6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A473-F63F-B399-40E3-2BFAF3474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0447-F549-FA98-FFDB-D57A7495B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7245B-69CA-44D1-91DB-B3DAA6B95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88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D6539F-9A31-C724-3E90-400D50B67C02}"/>
              </a:ext>
            </a:extLst>
          </p:cNvPr>
          <p:cNvSpPr txBox="1"/>
          <p:nvPr/>
        </p:nvSpPr>
        <p:spPr>
          <a:xfrm>
            <a:off x="649705" y="557242"/>
            <a:ext cx="1089259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Title &amp; Project Overview</a:t>
            </a:r>
          </a:p>
          <a:p>
            <a:pPr algn="ctr">
              <a:buNone/>
            </a:pPr>
            <a:endParaRPr lang="en-US" sz="3200" b="1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Title:</a:t>
            </a:r>
            <a:r>
              <a:rPr lang="en-US" sz="2400" dirty="0"/>
              <a:t> Carbon on the Chain: AI-Powered Sustainability Auditor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Subtitle:</a:t>
            </a:r>
            <a:r>
              <a:rPr lang="en-US" sz="2400" dirty="0"/>
              <a:t> Model Context Protocol (MCP) Track Submission | By Divya, SJB Institute of Technology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The Problem:</a:t>
            </a:r>
            <a:r>
              <a:rPr lang="en-US" sz="2400" dirty="0"/>
              <a:t> Traditional carbon credit trading suffers from inefficiencies, fraud, and a heavy reliance on manual dashboard verification.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The Solution:</a:t>
            </a:r>
            <a:r>
              <a:rPr lang="en-US" sz="2400" dirty="0"/>
              <a:t> Transitioned a standard Web3 </a:t>
            </a:r>
            <a:r>
              <a:rPr lang="en-US" sz="2400" dirty="0" err="1"/>
              <a:t>dApp</a:t>
            </a:r>
            <a:r>
              <a:rPr lang="en-US" sz="2400" dirty="0"/>
              <a:t> into an autonomous, AI-driven ecosystem. We built a "Sustainability Auditor" Agent that seamlessly queries Ethereum smart contracts and verifies corporate emission data using natural language, replacing manual UI clicks with intelligent automation.</a:t>
            </a:r>
          </a:p>
        </p:txBody>
      </p:sp>
    </p:spTree>
    <p:extLst>
      <p:ext uri="{BB962C8B-B14F-4D97-AF65-F5344CB8AC3E}">
        <p14:creationId xmlns:p14="http://schemas.microsoft.com/office/powerpoint/2010/main" val="212438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B97BBB-4EF8-086A-F39A-77695162EB16}"/>
              </a:ext>
            </a:extLst>
          </p:cNvPr>
          <p:cNvSpPr txBox="1"/>
          <p:nvPr/>
        </p:nvSpPr>
        <p:spPr>
          <a:xfrm>
            <a:off x="1630680" y="865783"/>
            <a:ext cx="893064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Architecture &amp; Implementation (The "How")</a:t>
            </a:r>
          </a:p>
          <a:p>
            <a:pPr algn="ctr">
              <a:buNone/>
            </a:pPr>
            <a:endParaRPr lang="en-US" sz="2800" b="1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AI Agent (Google ADK):</a:t>
            </a:r>
            <a:r>
              <a:rPr lang="en-US" sz="2000" dirty="0"/>
              <a:t> * Powered by Gemini 3.1 Pro with a strict "Compliance Officer" persona.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Handles the reasoning: analyzes user requests and decides when to fetch external blockchain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Tool Bridge (MCP Server):</a:t>
            </a:r>
            <a:r>
              <a:rPr lang="en-US" sz="2000" dirty="0"/>
              <a:t> * A custom Python server built with </a:t>
            </a:r>
            <a:r>
              <a:rPr lang="en-US" sz="2000" dirty="0" err="1">
                <a:latin typeface="Courier New" panose="02070309020205020404" pitchFamily="49" charset="0"/>
              </a:rPr>
              <a:t>FastMCP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Web3.py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Exposes secure tools (</a:t>
            </a:r>
            <a:r>
              <a:rPr lang="en-US" sz="2000" dirty="0" err="1">
                <a:latin typeface="Courier New" panose="02070309020205020404" pitchFamily="49" charset="0"/>
              </a:rPr>
              <a:t>get_organization_details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verify_emission_report</a:t>
            </a:r>
            <a:r>
              <a:rPr lang="en-US" sz="2000" dirty="0"/>
              <a:t>) that bridge the AI's reasoning directly to local Ethereum smart contracts.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Cloud Deployment:</a:t>
            </a:r>
            <a:r>
              <a:rPr lang="en-US" sz="2000" dirty="0"/>
              <a:t> * The entire agent and web interface are containerized and deployed serverless on </a:t>
            </a:r>
            <a:r>
              <a:rPr lang="en-US" sz="2000" b="1" dirty="0"/>
              <a:t>Google Cloud Run</a:t>
            </a:r>
            <a:r>
              <a:rPr lang="en-US" sz="2000" dirty="0"/>
              <a:t> for scalable, secure access</a:t>
            </a:r>
          </a:p>
        </p:txBody>
      </p:sp>
    </p:spTree>
    <p:extLst>
      <p:ext uri="{BB962C8B-B14F-4D97-AF65-F5344CB8AC3E}">
        <p14:creationId xmlns:p14="http://schemas.microsoft.com/office/powerpoint/2010/main" val="35248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1B49D-944B-644C-9754-7D534DA847BB}"/>
              </a:ext>
            </a:extLst>
          </p:cNvPr>
          <p:cNvSpPr txBox="1"/>
          <p:nvPr/>
        </p:nvSpPr>
        <p:spPr>
          <a:xfrm>
            <a:off x="386080" y="873760"/>
            <a:ext cx="108204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Outcomes &amp; Real-World Impact</a:t>
            </a:r>
          </a:p>
          <a:p>
            <a:pPr algn="ctr">
              <a:buNone/>
            </a:pPr>
            <a:endParaRPr lang="en-US" sz="3200" b="1" u="sng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Decoupled &amp; Standardized:</a:t>
            </a:r>
            <a:r>
              <a:rPr lang="en-US" sz="2400" dirty="0"/>
              <a:t> Successfully separated AI reasoning from blockchain execution using the Model Context Protocol, creating a highly modular architecture.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Frictionless Auditing:</a:t>
            </a:r>
            <a:r>
              <a:rPr lang="en-US" sz="2400" dirty="0"/>
              <a:t> Eliminated the need for complex, multi-step auditor dashboards. Auditing is now as simple as asking: </a:t>
            </a:r>
            <a:r>
              <a:rPr lang="en-US" sz="2400" i="1" dirty="0"/>
              <a:t>"Check GreenTech's emissions and verify them on-chain.“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Future Scalability:</a:t>
            </a:r>
            <a:r>
              <a:rPr lang="en-US" sz="2400" dirty="0"/>
              <a:t> By establishing the MCP foundation, the agent is primed to connect with other real-world data sources (like the Google Maps MCP for physical location validation or </a:t>
            </a:r>
            <a:r>
              <a:rPr lang="en-US" sz="2400" dirty="0" err="1"/>
              <a:t>BigQuery</a:t>
            </a:r>
            <a:r>
              <a:rPr lang="en-US" sz="2400" dirty="0"/>
              <a:t> for historical emission analytics) with zero changes to the core smart contracts.</a:t>
            </a:r>
          </a:p>
        </p:txBody>
      </p:sp>
    </p:spTree>
    <p:extLst>
      <p:ext uri="{BB962C8B-B14F-4D97-AF65-F5344CB8AC3E}">
        <p14:creationId xmlns:p14="http://schemas.microsoft.com/office/powerpoint/2010/main" val="212035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321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hegdedivya0713@gmail.com</dc:creator>
  <cp:lastModifiedBy>hegdedivya0713@gmail.com</cp:lastModifiedBy>
  <cp:revision>1</cp:revision>
  <dcterms:created xsi:type="dcterms:W3CDTF">2026-03-25T18:04:14Z</dcterms:created>
  <dcterms:modified xsi:type="dcterms:W3CDTF">2026-03-25T18:15:29Z</dcterms:modified>
</cp:coreProperties>
</file>